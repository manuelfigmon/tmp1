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9" r:id="rId1"/>
    <p:sldMasterId id="2147483650" r:id="rId2"/>
  </p:sldMasterIdLst>
  <p:notesMasterIdLst>
    <p:notesMasterId r:id="rId9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62E6B-F0BC-4D62-B69F-4A93FCC8B00E}">
  <a:tblStyle styleId="{B6F62E6B-F0BC-4D62-B69F-4A93FCC8B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6247" autoAdjust="0"/>
  </p:normalViewPr>
  <p:slideViewPr>
    <p:cSldViewPr snapToGrid="0">
      <p:cViewPr varScale="1">
        <p:scale>
          <a:sx n="108" d="100"/>
          <a:sy n="108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1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igCircle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mallCircle"/>
          <p:cNvSpPr/>
          <p:nvPr/>
        </p:nvSpPr>
        <p:spPr>
          <a:xfrm>
            <a:off x="7772400" y="45720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rnerCircle"/>
          <p:cNvSpPr/>
          <p:nvPr/>
        </p:nvSpPr>
        <p:spPr>
          <a:xfrm>
            <a:off x="-457200" y="3429000"/>
            <a:ext cx="1828800" cy="18288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 txBox="1"/>
          <p:nvPr/>
        </p:nvSpPr>
        <p:spPr>
          <a:xfrm>
            <a:off x="640080" y="1188720"/>
            <a:ext cx="6096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alibri"/>
                <a:cs typeface="Calibri"/>
              </a:rPr>
              <a:t>CGS_AI Demo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2377440"/>
            <a:ext cx="6858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dirty="0">
                <a:solidFill>
                  <a:srgbClr val="CADCFC"/>
                </a:solidFill>
                <a:latin typeface="Calibri"/>
                <a:cs typeface="Calibri"/>
              </a:rPr>
              <a:t>From a process flow to code you can run anywhere.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40080" y="3931920"/>
            <a:ext cx="6858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A claims-analysis pipeline built in SAS Enterprise Guide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Prepared by Manuel Figallo  ·  cgs_ai v1.0beta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DEMO IN THREE ACTS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You Will See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One pipeline, followed from the point-and-click interface to a scheduled job.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2 / 12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Build it in the GUI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Three cgs_ai functions wired together in a SAS Enterprise Guide process flow. No script written by hand.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Export it to code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Three clicks turn the process flow into one .sas program containing the very same calls.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Run it anywhere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That program runs outside Enterprise Guide, in Python or PowerShell, and on a schedule.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22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point: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you never rewrite the logic. The GUI and the code are the same three function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1  ·  THE GUI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Pipeline an Analyst Builds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Three cgs_ai functions, dragged into one Enterprise Guide process flow and run end to end.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3 / 12</a:t>
            </a:r>
          </a:p>
        </p:txBody>
      </p:sp>
      <p:pic>
        <p:nvPicPr>
          <p:cNvPr id="11" name="Screensho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00" y="1789589"/>
            <a:ext cx="7000000" cy="2050822"/>
          </a:xfrm>
          <a:prstGeom prst="rect">
            <a:avLst/>
          </a:prstGeom>
          <a:ln w="9525">
            <a:solidFill>
              <a:srgbClr val="D7DFF0"/>
            </a:solidFill>
          </a:ln>
        </p:spPr>
      </p:pic>
      <p:sp>
        <p:nvSpPr>
          <p:cNvPr id="12" name="Note"/>
          <p:cNvSpPr txBox="1"/>
          <p:nvPr/>
        </p:nvSpPr>
        <p:spPr>
          <a:xfrm>
            <a:off x="502920" y="427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Nothing custom here.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Each node is a cgs_ai function called with parameters — not a one-off script written for this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THREE FUNCTIONS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Each Node Actually Does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Every function exists in Python, PowerShell and as a SAS wrapper, with identical names and parameters.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4 / 12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30000"/>
          <a:ext cx="8138160" cy="2200000"/>
        </p:xfrm>
        <a:graphic>
          <a:graphicData uri="http://schemas.openxmlformats.org/drawingml/2006/table">
            <a:tbl>
              <a:tblPr firstRow="1"/>
              <a:tblGrid>
                <a:gridCol w="1950720"/>
                <a:gridCol w="6187440"/>
              </a:tblGrid>
              <a:tr h="3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it does in this pipeline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scanFileSystem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Sweeps the claims log shares for keywords and returns one row per match, with the matched line and context lines.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formatCSV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Turns that raw result into a styled Excel workbook: navy banner, blue header, zebra striping.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sendEmail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Notifies the operations mailbox that the run finished, with the row count and the output path.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Note"/>
          <p:cNvSpPr txBox="1"/>
          <p:nvPr/>
        </p:nvSpPr>
        <p:spPr>
          <a:xfrm>
            <a:off x="502920" y="388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Read it top to bottom: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scan, then format, then alert. That order is the whole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2  ·  FROM GUI TO CODE  ·  STEP 1 OF 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Export the Process Flow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In the process flow, choose Share  →  “Export all code in process flow”.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5 / 12</a:t>
            </a:r>
          </a:p>
        </p:txBody>
      </p:sp>
      <p:pic>
        <p:nvPicPr>
          <p:cNvPr id="11" name="Screensho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00" y="1819071"/>
            <a:ext cx="7300000" cy="1991857"/>
          </a:xfrm>
          <a:prstGeom prst="rect">
            <a:avLst/>
          </a:prstGeom>
          <a:ln w="9525">
            <a:solidFill>
              <a:srgbClr val="D7DFF0"/>
            </a:solidFill>
          </a:ln>
        </p:spPr>
      </p:pic>
      <p:sp>
        <p:nvSpPr>
          <p:cNvPr id="12" name="Note"/>
          <p:cNvSpPr txBox="1"/>
          <p:nvPr/>
        </p:nvSpPr>
        <p:spPr>
          <a:xfrm>
            <a:off x="502920" y="427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One menu item.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Enterprise Guide writes out everything the flow just ran — in order, as a single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2  ·  FROM GUI TO CODE  ·  STEP 2 OF 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Choose Where the Code Lands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Pick a path, keep the default encoding, and leave the four “include” boxes ticked.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6 / 12</a:t>
            </a:r>
          </a:p>
        </p:txBody>
      </p:sp>
      <p:pic>
        <p:nvPicPr>
          <p:cNvPr id="11" name="Screensho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583" y="1430000"/>
            <a:ext cx="3264834" cy="2770000"/>
          </a:xfrm>
          <a:prstGeom prst="rect">
            <a:avLst/>
          </a:prstGeom>
          <a:ln w="9525">
            <a:solidFill>
              <a:srgbClr val="D7DFF0"/>
            </a:solidFill>
          </a:ln>
        </p:spPr>
      </p:pic>
      <p:sp>
        <p:nvSpPr>
          <p:cNvPr id="12" name="Note"/>
          <p:cNvSpPr txBox="1"/>
          <p:nvPr/>
        </p:nvSpPr>
        <p:spPr>
          <a:xfrm>
            <a:off x="502920" y="427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Keep the includes on.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They add the library and WORK assignments, so the exported program still runs when Enterprise Guide is not the one running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2  ·  FROM GUI TO CODE  ·  STEP 3 OF 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Review the Generated Code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result is one self-contained .sas program — the same work, now in text you can read, diff and version.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7 / 12</a:t>
            </a:r>
          </a:p>
        </p:txBody>
      </p:sp>
      <p:pic>
        <p:nvPicPr>
          <p:cNvPr id="11" name="Screensho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27" y="1430000"/>
            <a:ext cx="5610746" cy="2770000"/>
          </a:xfrm>
          <a:prstGeom prst="rect">
            <a:avLst/>
          </a:prstGeom>
          <a:ln w="9525">
            <a:solidFill>
              <a:srgbClr val="D7DFF0"/>
            </a:solidFill>
          </a:ln>
        </p:spPr>
      </p:pic>
      <p:sp>
        <p:nvSpPr>
          <p:cNvPr id="12" name="Note"/>
          <p:cNvSpPr txBox="1"/>
          <p:nvPr/>
        </p:nvSpPr>
        <p:spPr>
          <a:xfrm>
            <a:off x="502920" y="427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This is the handoff.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What was a diagram is now a file an engineer can review and a scheduler can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3  ·  WHAT YOU NOW HAVE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Is Inside the Exported File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Two parts: a preamble Enterprise Guide adds, and the three calls you actually care about.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8 / 12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9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16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HHH PALS_v2_5.sas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/* Code exported from SAS Enterprise Guide */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%macro enterpriseguide;  ...  %mend;   /* libraries, WORK path */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/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%scanFileSystem(input_folder_root=..., extract_keyword=...,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            output_file_path=..., metric_profile=sas_log);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%formatCSV(InputCsvPath=..., OutputExcelPath=...);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%sendEmail(To=..., From=..., Subject=..., Body=...);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502920" y="3500000"/>
            <a:ext cx="8138160" cy="1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preamble is the only Enterprise Guide part.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Everything below it is ordinary SAS.</a:t>
            </a:r>
          </a:p>
          <a:p>
            <a:pPr marL="180000" indent="-180000" algn="l">
              <a:spcBef>
                <a:spcPts val="500"/>
              </a:spcBef>
              <a:buChar char="▪"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three calls are the pipeline.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Same function names, same parameter names as the Python and PowerShell versions.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3  ·  WHY THE EXPORT MATTERS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Same Calls, Three Languages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Identical function names and parameter names. Only the surrounding syntax changes.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9 / 12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2606040" cy="14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2331720" cy="11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SAS  ·  Enterprise Guide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%scanFileSystem(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extract_keyword=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%str(real time),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metric_profile=sas_log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3" name="CodeBg"/>
          <p:cNvSpPr/>
          <p:nvPr/>
        </p:nvSpPr>
        <p:spPr>
          <a:xfrm>
            <a:off x="3268980" y="1430000"/>
            <a:ext cx="2606040" cy="14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odeTx"/>
          <p:cNvSpPr txBox="1"/>
          <p:nvPr/>
        </p:nvSpPr>
        <p:spPr>
          <a:xfrm>
            <a:off x="3406140" y="1567160"/>
            <a:ext cx="2331720" cy="11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Python  ·  VS Code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cgs_ai.scanFileSystem(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extract_keyword=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['real time'],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metric_profile='sas_log')</a:t>
            </a:r>
          </a:p>
        </p:txBody>
      </p:sp>
      <p:sp>
        <p:nvSpPr>
          <p:cNvPr id="15" name="CodeBg"/>
          <p:cNvSpPr/>
          <p:nvPr/>
        </p:nvSpPr>
        <p:spPr>
          <a:xfrm>
            <a:off x="6035040" y="1430000"/>
            <a:ext cx="2606040" cy="14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odeTx"/>
          <p:cNvSpPr txBox="1"/>
          <p:nvPr/>
        </p:nvSpPr>
        <p:spPr>
          <a:xfrm>
            <a:off x="6172200" y="1567160"/>
            <a:ext cx="2331720" cy="11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PowerShell  ·  Scheduler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.\scanFileSystem.ps1 `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-extract_keyword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'real time' `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-metric_profile sas_log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12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Nobody translates anything.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 analyst hands over a working call; the engineer and the scheduler run that same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ACT 3  ·  THE PAYOFF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Now It Can Be Scheduled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step that turns a useful click-through into an operational service.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10 / 12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30000"/>
          <a:ext cx="8138160" cy="2220000"/>
        </p:xfrm>
        <a:graphic>
          <a:graphicData uri="http://schemas.openxmlformats.org/drawingml/2006/table">
            <a:tbl>
              <a:tblPr firstRow="1"/>
              <a:tblGrid>
                <a:gridCol w="1950720"/>
                <a:gridCol w="2377440"/>
                <a:gridCol w="3810000"/>
              </a:tblGrid>
              <a:tr h="34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Environment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Scheduled by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How it runs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Desktop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Manual / F5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Development only. Not a place to schedule business work.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UNIT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Windows Task Scheduler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 .bat calling the PowerShell or Python entry point.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PROD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Task Scheduler / SAS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Unattended, service account, exit codes the scheduler reads.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Snowflake TASK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Runs next to the data. No server to patch, no share to mount.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  <p:sp>
        <p:nvSpPr>
          <p:cNvPr id="12" name="Note"/>
          <p:cNvSpPr txBox="1"/>
          <p:nvPr/>
        </p:nvSpPr>
        <p:spPr>
          <a:xfrm>
            <a:off x="502920" y="39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Built to be scheduled.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No cgs_ai function ever prompts — a prompt would hang an unattended run forever.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RECAP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This Demo Showed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One pipeline, three acts, no logic rewritten at any point.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11 / 12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02920" y="1430000"/>
            <a:ext cx="813816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GUI is a first-class way in.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An analyst built a real pipeline without writing a script.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export is three clicks.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Share → Export all code → choose a file. No conversion project.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The code is the same three calls.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scanFileSystem, formatCSV, sendEmail — with the parameters the analyst chose.</a:t>
            </a:r>
          </a:p>
          <a:p>
            <a:pPr marL="180000" indent="-180000" algn="l">
              <a:spcBef>
                <a:spcPts val="65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From there it moves.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Run it outside Enterprise Guide, in Python, in Snowflake, or on a schedule — unchanged.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502920" y="390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whole loop: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build it where you are comfortable, then move it where it belongs.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WHERE IT STANDS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cgs_ai Is in Beta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Documented and covered by automated tests, but early — and shaped by how people actually use it.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Demo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12 / 12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Try it on real work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Pick a routine you run by hand today and point cgs_ai at it. That is the fastest way to find what is missing.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Tell me what is awkward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Function names and parameter names are still easy to change. Feedback on those is especially welcome now.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5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Ask for a walkthrough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Happy to sit down with anyone and set it up against your own folders and data.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220000"/>
            <a:ext cx="813816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Next step: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pick one manual routine you run every week and schedule it. That single move buys performance, reliability and your time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334</Words>
  <Application>Microsoft Office PowerPoint</Application>
  <PresentationFormat>On-screen Show (16:9)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Figallo</dc:creator>
  <cp:lastModifiedBy>Manuel Figallo</cp:lastModifiedBy>
  <cp:revision>101</cp:revision>
  <dcterms:modified xsi:type="dcterms:W3CDTF">2026-08-27T02:38:10Z</dcterms:modified>
</cp:coreProperties>
</file>